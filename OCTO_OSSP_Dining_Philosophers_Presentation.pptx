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⚡ OPERATING SYSTEMS HACKATHON • 17.10.2026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Dining Philosophers Deadlock Prevention System</a:t>
            </a:r>
          </a:p>
          <a:p>
            <a:pPr>
              <a:defRPr sz="1700">
                <a:solidFill>
                  <a:srgbClr val="94A3B8"/>
                </a:solidFill>
              </a:defRPr>
            </a:pPr>
            <a:r>
              <a:t>A Multi-Threaded POSIX Concurrency, Deadlock Elimination &amp; Starvation Prevention Suite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1840"/>
            <a:ext cx="10362895" cy="2834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4747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TEAM: OCTO_OSSP  |  PROJECT PARTICIPATION &amp; ARCHITECTURAL ROLES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931920"/>
            <a:ext cx="3154680" cy="1920240"/>
          </a:xfrm>
          <a:prstGeom prst="roundRect">
            <a:avLst/>
          </a:prstGeom>
          <a:solidFill>
            <a:srgbClr val="141D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4023360"/>
            <a:ext cx="2880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G Jashwanth Reddy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System Architect &amp; C Concurrency Lead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POSIX pthreads, mutex management, Dijkstra Resource Ordering hierarchy, Coffman circular wait detection.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931920"/>
            <a:ext cx="3154680" cy="1920240"/>
          </a:xfrm>
          <a:prstGeom prst="roundRect">
            <a:avLst/>
          </a:prstGeom>
          <a:solidFill>
            <a:srgbClr val="141D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4023360"/>
            <a:ext cx="2880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Mohammad Zaid Amaan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IPC Protocol &amp; Server Lead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Node.js process supervision, incremental JSON streaming over stdio, full-duplex WebSocket broadcast hub.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931920"/>
            <a:ext cx="3154680" cy="1920240"/>
          </a:xfrm>
          <a:prstGeom prst="roundRect">
            <a:avLst/>
          </a:prstGeom>
          <a:solidFill>
            <a:srgbClr val="141D2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4023360"/>
            <a:ext cx="2880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M Pramod Krishna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Systems Visualization &amp; Analytics Lead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4-Page SPA dashboard, SVG circular table geometry, hover diagnostics tooltips, and comparative telemetry.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Challenge of Concurrent Synchronization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2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728655" cy="109728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OFFICIAL PROBLEM STATEMENT: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"Implement and visualize different synchronization strategies to prevent deadlock and starvation among competing processes/threads."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5212080" cy="3383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F4444"/>
                </a:solidFill>
              </a:defRPr>
            </a:pPr>
            <a:r>
              <a:t>⚠️ The Synchronization Challenge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Concurrent threads compete for shared, bounded, non-preemptible resources.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Uncoordinated acquisition causes race conditions and critical section corruption.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When all threads acquire partial resources and wait for others, the system freezes in permanent Deadlock.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Simple deadlock prevention does NOT prevent Starvation: some threads may be indefinitely bypassed by faster peers.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26080"/>
            <a:ext cx="5242255" cy="3383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06324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🎯 Our Engineering Approach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✓ Genuine C Kernel Code: Multi-threaded C with POSIX pthreads on Ubuntu Linux / WSL2 (zero fake frontend simulations).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✓ Deterministic Deadlock Demo: Demonstrates circular wait across all 5 threads using POSIX barrier synchronization.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✓ Deadlock Prevention: Implementation and mathematical proof of Dijkstra's Resource Ordering hierarchy.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✓ Starvation Prevention: Monitor condition variables and FIFO arrival queue guaranteeing bounded wait times.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THEORETICAL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Classic Dining Philosophers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3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Classic Model (Dijkstra 1965)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5 Philosophers arranged around a circular dining table.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Each philosopher alternates between THINKING and EATING.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5 Forks situated at the midpoints between adjacent philosophers.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Dining requires BOTH adjacent forks (Left &amp; Right) simultaneously.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System Constraints &amp; Invariants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Forks are mutually exclusive resources protected by POSIX mutexes.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No two adjacent philosophers can eat at the same time.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Maximum Concurrent Diners: floor(5 / 2) = 2 philosophers.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Left Fork of P_i is F_i; Right Fork of P_i is F_{(i+1)%5}.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Operating Systems Mapping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Philosopher Threads &lt;==&gt; Concurrent Process / Worker Threads.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Forks &lt;==&gt; Shared Non-Preemptible Hardware / System Resources.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Meals Completed &lt;==&gt; Process Throughput &amp; Task Completion.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Waiting Time &lt;==&gt; Scheduling Latency &amp; Starvation Metric.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SYSTEM DESIGN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Three-Tier Decoupled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728655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Component A: C Simulation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Native Linux / POSIX C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4592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Spawns 5 independent POSIX threads (pthread_create).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Manages 5 fork mutexes (pthread_mutex_t) and condition variables.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Implements 3 synchronization engines (Naive, Resource Ordering, Fair FIFO).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Emits high-resolution JSON Line telemetry events over stdout (monotonic clock).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10728655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Component B: Communication Server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Node.js &amp; Process Supervision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24612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Supervises the compiled C binary inside Ubuntu Linux / WSL2.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Parses and validates newline-delimited JSON streams in real time.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Maintains aggregate state snapshots and rolling log buffer.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Full-duplex WebSocket (ws://localhost:3000) relays commands and telemetry.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10728655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Component C: Interactive Web Dashboard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HTML5, CSS3 &amp; SVG Vector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84632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4 Dedicated SPA Navigation Pages (Simulation, Comparison, Logs, Concepts).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Live Circular Dining Table rendered with exact physical fork midpoints.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Multi-layer SVG lines: Topology guides, Acquired emerald, Requested amber.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Rich interactive tooltips, hover diagnostics, and real-time Chart.js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DEADLOCK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Verification of the Four Coffman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4864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F4444"/>
                </a:solidFill>
              </a:defRPr>
            </a:pPr>
            <a:r>
              <a:t>Coffman Conditions for Deadlock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1. Mutual Exclusion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Forks cannot be shared; each fork mutex is held exclusively by 1 thread.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2. Hold and Wait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Each philosopher holds their left fork while waiting to acquire their right fork.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3. No Preemption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Forks cannot be forcibly confiscated from philosophers while eating or waiting.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4. Circular Wait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P0 -&gt; F1 -&gt; P1 -&gt; F2 -&gt; P2 -&gt; F3 -&gt; P3 -&gt; F4 -&gt; P4 -&gt; F0 -&gt; P0 forms a closed loop.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554480"/>
            <a:ext cx="496793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Controlled Deadlock Engineering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Deterministic Synchronization Barrier: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 educational demo mode, a pthread_barrier_t forces all 5 threads to synchronize and claim left forks simultaneously.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Dedicated Cycle Watcher Thread: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 background detection algorithm inspects fork ownership matrices and flags the exact circular wait dependency.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Safe Non-Blocking Recovery: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Philosopher threads poll stop/switch flags in 20ms slices using pthread_mutex_trylock, avoiding unrecoverable OS kernel freezing.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Real-time UI Visualization: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The web dashboard turns red, draws pulsing circular dependency arrows, and populates the exact cycle breakdown chips.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DEADLOCK PREVENTION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Dijkstra's Resource Ordering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Total Ordering on Resources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Global Resource Hierarchy: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Define a strict linear order: F_0 &lt; F_1 &lt; F_2 &lt; F_3 &lt; F_4.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Acquisition Rule: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 philosopher must ALWAYS acquire min(Left, Right) before attempting max(Left, Right).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Asymmetric Philosopher P4: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P0 needs F0, F1 -&gt; acquires F0 then F1.</a:t>
            </a:r>
            <a:br/>
            <a:r>
              <a:t>P1 needs F1, F2 -&gt; acquires F1 then F2.</a:t>
            </a:r>
            <a:br/>
            <a:r>
              <a:t>P2 needs F2, F3 -&gt; acquires F2 then F3.</a:t>
            </a:r>
            <a:br/>
            <a:r>
              <a:t>P3 needs F3, F4 -&gt; acquires F3 then F4.</a:t>
            </a:r>
            <a:br/>
            <a:r>
              <a:t>P4 needs F4, F0 -&gt; min(4, 0) = 0! Acquires F0 FIRST, then F4!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Elimination of Circular Wait: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By forcing P4 to request F0 first, the circular wait condition is broken before it can ever 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422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Mathematical Proof of Deadlock-Freedom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1. Directed Resource Graph: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Let G = (V, E) be the Resource Allocation Graph where edges represent thread wait dependencies.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2. Monotonic Index Invariant: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Every edge (P_i -&gt; F_k) in a wait dependency must satisfy index(F_held) &lt; index(F_requested).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3. Acyclicity: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 cycle requires a sequence F_a &lt; F_b &lt; ... &lt; F_n &lt; F_a, which implies F_a &lt; F_a. This is a mathematical contradiction!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4. Theorem: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Because the Resource Allocation Graph is guaranteed to be a Directed Acyclic Graph (DAG), Circular Wait is IMPOSSIBLE. The system is provably Deadlock-Free!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STARVATION PREVENTION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Fair FIFO Monitor with Condition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Why Deadlock Prevention != Fairness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The Starvation Vulnerability: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Under Resource Ordering, deadlock is eliminated, but threads can still suffer STARVATION due to OS scheduling bias.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Conspiracy Starvation: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Philosophers P0 and P2 can alternate eating, keeping Fork 1 perpetually locked. Philosopher P1 waits indefinitely and starves.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Need for Admission Control: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Eliminating starvation requires a centralized monitor that tracks request arrival times and enforces fair scheduling.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422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The Fair FIFO Monitor Solution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Arrival FIFO Queue: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Hungry philosophers are registered in a strict first-in-first-out arrival queue.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Condition Variable Synchronization: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Each philosopher thread blocks on a condition variable (pthread_cond_t can_eat_cond[i]).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Admission Invariant: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 thread is admitted to eat IF AND ONLY IF:</a:t>
            </a:r>
            <a:br/>
            <a:r>
              <a:t>1. Both adjacent forks are free, AND</a:t>
            </a:r>
            <a:br/>
            <a:r>
              <a:t>2. No earlier waiting thread in the queue shares either fork.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Starvation-Free Proof: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Since every hungry philosopher moves forward in the finite queue as preceding meals finish (t_eat &lt;= T_max), maximum wait time is strictly bounded!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VISUALIZATION &amp; 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Interactive 4-Page System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5780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Page 1: Live Simulation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Circular Dining Table with 5 Philosophers &amp; 5 Forks.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Accurate geometry: each fork at exact midpoint of adjacent philosophers.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Multi-layer SVG lines: Topology guide (dotted), Acquired (emerald), Requested (amber), Deadlock (pulsing red).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Real-time telemetry indicators: Meals, Wait Time, Engine Uptime.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54480"/>
            <a:ext cx="525780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9164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Page 2: Algorithm Comparison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Side-by-side benchmark of Resource Ordering vs Fair FIFO vs Naive.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Live meal distribution bar chart comparing thread throughput.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Variance &amp; Fairness indicators measuring starvation resistance.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Comparative summary table with average and max wait times.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525780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799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Page 3: Event Log &amp; Monitoring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Millisecond-accurate chronological event telemetry stream.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Filter pills: Lifecycle, Mutex Locks, State Changes, Deadlocks.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Per-philosopher search queries and autoscroll toggle.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Log export to JSON file for offline academic analysis.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77639"/>
            <a:ext cx="525780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114799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Page 4: OS Concepts &amp; Architecture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Interactive textbook on POSIX synchronization primitives.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Detailed explanations of Dijkstra's algorithm &amp; Coffman conditions.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Three-tier architecture data flow documentation.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Technical guide designed for computer science evaluations.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VERIFICATION &amp;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Comprehensive Automated Testing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9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C Engine Unit Tests: 46 / 46 Passed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✓ Circular Topology Invariants (10 Tests):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Explicitly verifies P0..P4 adjacent fork pairs and exclusive sharing of F0..F4.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✓ Fork Mutual Exclusion: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Proves that trylock fails when another thread holds the fork.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✓ Resource Ordering Progress: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Validates concurrent dining across threads without deadlock halts.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✓ Controlled Deadlock Detection: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Confirms circular wait cycle detection and graceful termination.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✓ Fair FIFO Fairness Verification: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Empirically tests that meal variance remains bounded (spread &lt;= 1).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422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E2E Integration Tests: 8 / 8 Passed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✓ Child Process Supervision: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Spawns, monitors, and stops C process in WSL/Linux seamlessly.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✓ Command IPC Protocol: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Validates START, PAUSE, RESUME, STOP, and RESET commands.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✓ Runtime Topology Assertions: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Asserts that every active fork ownership strictly obeys adjacency.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✓ Zero Memory Leaks &amp; Orphans: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Full pthread_join cleanup guarantees no orphan threads or zombie processes.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SUMMARY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Key Takeaways &amp; Hackathon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65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10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Academic &amp; Practical Impact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Bridges theoretical operating systems concepts with production-quality POSIX C code.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Visualizes abstract synchronization primitives (mutexes, condition variables) in real time.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Provides an intuitive educational tool for understanding deadlocks and race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Technical Excellence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Three genuine synchronization algorithms implemented and verified.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Decoupled, scalable three-tier architecture (C Engine + Node.js + Web SPA).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100% automated test coverage (46 C unit tests, 8 integration tests).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Responsible resource management with zero orphan threads or memory leaks.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Ready for Live Demonstration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Live Web Dashboard at http://localhost:3000.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Complete GitHub Repository with comprehensive setup guides and documentation.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Timed 5-7 minute live demo script covering all evaluation rubrics.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Thank you! We are ready for your questions and live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